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4"/>
  </p:notesMasterIdLst>
  <p:handoutMasterIdLst>
    <p:handoutMasterId r:id="rId15"/>
  </p:handoutMasterIdLst>
  <p:sldIdLst>
    <p:sldId id="383" r:id="rId5"/>
    <p:sldId id="412" r:id="rId6"/>
    <p:sldId id="391" r:id="rId7"/>
    <p:sldId id="397" r:id="rId8"/>
    <p:sldId id="408" r:id="rId9"/>
    <p:sldId id="409" r:id="rId10"/>
    <p:sldId id="410" r:id="rId11"/>
    <p:sldId id="411" r:id="rId12"/>
    <p:sldId id="398" r:id="rId13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6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5169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dirty="0"/>
              <a:t>谢谢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60" y="4549552"/>
            <a:ext cx="5486400" cy="1645920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rtl="0"/>
            <a:r>
              <a:rPr lang="zh-CN" dirty="0"/>
              <a:t>Brita Tamm</a:t>
            </a:r>
          </a:p>
          <a:p>
            <a:pPr rtl="0"/>
            <a:r>
              <a:rPr lang="zh-CN" dirty="0"/>
              <a:t>502-555-0152</a:t>
            </a:r>
          </a:p>
          <a:p>
            <a:pPr rtl="0"/>
            <a:r>
              <a:rPr lang="zh-CN" dirty="0"/>
              <a:t>brita@firstupconsultants.com</a:t>
            </a:r>
          </a:p>
          <a:p>
            <a:pPr rtl="0"/>
            <a:r>
              <a:rPr lang="zh-CN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69</TotalTime>
  <Words>271</Words>
  <Application>Microsoft Office PowerPoint</Application>
  <PresentationFormat>宽屏</PresentationFormat>
  <Paragraphs>42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Task 2 </vt:lpstr>
      <vt:lpstr>Task 3</vt:lpstr>
      <vt:lpstr>Task 1 (MVP)</vt:lpstr>
      <vt:lpstr>谢谢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7</cp:revision>
  <dcterms:created xsi:type="dcterms:W3CDTF">2026-05-08T22:49:29Z</dcterms:created>
  <dcterms:modified xsi:type="dcterms:W3CDTF">2026-05-09T00:01:04Z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