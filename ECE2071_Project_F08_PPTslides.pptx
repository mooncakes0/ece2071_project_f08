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8" r:id="rId4"/>
  </p:sldMasterIdLst>
  <p:notesMasterIdLst>
    <p:notesMasterId r:id="rId19"/>
  </p:notesMasterIdLst>
  <p:handoutMasterIdLst>
    <p:handoutMasterId r:id="rId20"/>
  </p:handoutMasterIdLst>
  <p:sldIdLst>
    <p:sldId id="383" r:id="rId5"/>
    <p:sldId id="412" r:id="rId6"/>
    <p:sldId id="391" r:id="rId7"/>
    <p:sldId id="397" r:id="rId8"/>
    <p:sldId id="408" r:id="rId9"/>
    <p:sldId id="417" r:id="rId10"/>
    <p:sldId id="409" r:id="rId11"/>
    <p:sldId id="413" r:id="rId12"/>
    <p:sldId id="414" r:id="rId13"/>
    <p:sldId id="410" r:id="rId14"/>
    <p:sldId id="415" r:id="rId15"/>
    <p:sldId id="411" r:id="rId16"/>
    <p:sldId id="416" r:id="rId17"/>
    <p:sldId id="398" r:id="rId18"/>
  </p:sldIdLst>
  <p:sldSz cx="12192000" cy="6858000"/>
  <p:notesSz cx="6858000" cy="9144000"/>
  <p:defaultTextStyle>
    <a:defPPr rtl="0">
      <a:defRPr lang="zh-CN"/>
    </a:defPPr>
    <a:lvl1pPr marL="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作者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8A107856-5554-42FB-B03E-39F5DBC370B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6327" autoAdjust="0"/>
  </p:normalViewPr>
  <p:slideViewPr>
    <p:cSldViewPr snapToGrid="0">
      <p:cViewPr varScale="1">
        <p:scale>
          <a:sx n="107" d="100"/>
          <a:sy n="107" d="100"/>
        </p:scale>
        <p:origin x="108" y="10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howGuides="1">
      <p:cViewPr varScale="1">
        <p:scale>
          <a:sx n="82" d="100"/>
          <a:sy n="82" d="100"/>
        </p:scale>
        <p:origin x="3936" y="7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8/10/relationships/authors" Target="authors.xml"/><Relationship Id="rId3" Type="http://schemas.openxmlformats.org/officeDocument/2006/relationships/customXml" Target="../customXml/item3.xml"/><Relationship Id="rId21" Type="http://schemas.openxmlformats.org/officeDocument/2006/relationships/commentAuthors" Target="comment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8F6756E-81DA-9FAC-70D8-556F658BDDA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zh-CN" sz="1200"/>
            </a:lvl1pPr>
          </a:lstStyle>
          <a:p>
            <a:pPr rtl="0"/>
            <a:fld id="{F32C39B4-1C2F-46CB-8CDC-53823627074F}" type="datetime1">
              <a:rPr lang="zh-CN" altLang="en-US" smtClean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2026/5/9</a:t>
            </a:fld>
            <a:endParaRPr 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6" name="幻灯片编号占位符 5">
            <a:extLst>
              <a:ext uri="{FF2B5EF4-FFF2-40B4-BE49-F238E27FC236}">
                <a16:creationId xmlns:a16="http://schemas.microsoft.com/office/drawing/2014/main" id="{A771D415-D05A-7067-CCD3-457153D96CD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zh-CN" sz="1200"/>
            </a:lvl1pPr>
          </a:lstStyle>
          <a:p>
            <a:pPr rtl="0"/>
            <a:fld id="{E2C230DF-5933-439D-898F-38E9AC9BA688}" type="slidenum">
              <a:rPr lang="zh-CN" smtClean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‹#›</a:t>
            </a:fld>
            <a:endParaRPr 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7" name="页脚占位符 6">
            <a:extLst>
              <a:ext uri="{FF2B5EF4-FFF2-40B4-BE49-F238E27FC236}">
                <a16:creationId xmlns:a16="http://schemas.microsoft.com/office/drawing/2014/main" id="{B97095E3-54D2-CFD2-4F49-7536FC8641D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zh-CN" sz="1200"/>
            </a:lvl1pPr>
          </a:lstStyle>
          <a:p>
            <a:pPr rtl="0"/>
            <a:endParaRPr 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8" name="页眉占位符 7">
            <a:extLst>
              <a:ext uri="{FF2B5EF4-FFF2-40B4-BE49-F238E27FC236}">
                <a16:creationId xmlns:a16="http://schemas.microsoft.com/office/drawing/2014/main" id="{521EE01A-C0B5-5ECF-96DD-768F86AA15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zh-CN" sz="1200"/>
            </a:lvl1pPr>
          </a:lstStyle>
          <a:p>
            <a:pPr rtl="0"/>
            <a:endParaRPr 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5322844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zh-CN" sz="12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endParaRPr lang="zh-CN" altLang="en-US" noProof="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zh-CN" sz="12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fld id="{E526AB7C-14EB-4F76-BC62-F231A270ACC9}" type="datetime1">
              <a:rPr lang="en-US" altLang="zh-CN" smtClean="0"/>
              <a:pPr/>
              <a:t>5/9/2026</a:t>
            </a:fld>
            <a:endParaRPr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zh-CN"/>
            </a:defPPr>
          </a:lstStyle>
          <a:p>
            <a:pPr rtl="0"/>
            <a:endParaRPr lang="zh-CN" altLang="en-US" noProof="0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zh-CN"/>
            </a:defPPr>
          </a:lstStyle>
          <a:p>
            <a:pPr lvl="0" rtl="0"/>
            <a:r>
              <a:rPr lang="zh-CN" altLang="en-US" noProof="0" dirty="0"/>
              <a:t>单击此处编辑母版文本样式</a:t>
            </a:r>
          </a:p>
          <a:p>
            <a:pPr lvl="1" rtl="0"/>
            <a:r>
              <a:rPr lang="zh-CN" altLang="en-US" noProof="0" dirty="0"/>
              <a:t>第二级</a:t>
            </a:r>
          </a:p>
          <a:p>
            <a:pPr lvl="2" rtl="0"/>
            <a:r>
              <a:rPr lang="zh-CN" altLang="en-US" noProof="0" dirty="0"/>
              <a:t>第三级</a:t>
            </a:r>
          </a:p>
          <a:p>
            <a:pPr lvl="3" rtl="0"/>
            <a:r>
              <a:rPr lang="zh-CN" altLang="en-US" noProof="0" dirty="0"/>
              <a:t>第四级</a:t>
            </a:r>
          </a:p>
          <a:p>
            <a:pPr lvl="4" rtl="0"/>
            <a:r>
              <a:rPr lang="zh-CN" altLang="en-US" noProof="0" dirty="0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zh-CN" sz="12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endParaRPr lang="zh-CN" altLang="en-US" noProof="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zh-CN" sz="12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fld id="{A89C7E07-3C67-C64C-8DA0-0404F6303970}" type="slidenum">
              <a:rPr lang="en-US" altLang="zh-CN" noProof="0" smtClean="0"/>
              <a:pPr/>
              <a:t>‹#›</a:t>
            </a:fld>
            <a:endParaRPr lang="zh-CN" altLang="en-US" noProof="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325283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zh-CN"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1pPr>
    <a:lvl2pPr marL="457200" algn="l" defTabSz="914400" rtl="0" eaLnBrk="1" latinLnBrk="0" hangingPunct="1">
      <a:defRPr lang="zh-CN"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2pPr>
    <a:lvl3pPr marL="914400" algn="l" defTabSz="914400" rtl="0" eaLnBrk="1" latinLnBrk="0" hangingPunct="1">
      <a:defRPr lang="zh-CN"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3pPr>
    <a:lvl4pPr marL="1371600" algn="l" defTabSz="914400" rtl="0" eaLnBrk="1" latinLnBrk="0" hangingPunct="1">
      <a:defRPr lang="zh-CN"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4pPr>
    <a:lvl5pPr marL="1828800" algn="l" defTabSz="914400" rtl="0" eaLnBrk="1" latinLnBrk="0" hangingPunct="1">
      <a:defRPr lang="zh-CN"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5pPr>
    <a:lvl6pPr marL="22860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1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31134168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E6DC4-5E82-599D-75AC-0F1753ED8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65B8939-D72C-1A24-93B4-59451B17C1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F802524-E689-4915-6EB2-858DD23D8B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7B959F2E-857E-C2CB-E863-DFD539848B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2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794775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3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39082765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BC04D-2568-C19F-6211-ABA7996CB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BBD96A4-D432-FA69-5E46-4DF91D77CA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F639921-CFBB-DE6F-31EB-81B758CA02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4453E3F8-8185-F97B-2F08-1F44FCE2A5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4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37277777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5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23861837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A0F49-B99C-7DED-D0BA-472495493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66850BB-65E8-D9A1-558A-5ACA68C991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2377832-D826-06F1-C60E-D32E8D096B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28E8B441-7963-8F77-7486-F535C942A7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7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16558639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4A2F9-685C-01CD-A8D8-A3E681BA2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85ED719-5B51-1D3B-0940-E0B5987D4D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74822E2-3C1C-9D5B-3D6D-D8ABBD72E8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1FD03FE6-0F4F-5777-3735-C2AAE0761A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8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3797585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29E8F-0629-8A27-BCD7-5DBF64BC1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9207D06-4132-84B9-9631-0F2F3FFFD3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123D664-DCD8-BA76-1356-F793AA7023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FE89D3F1-7E90-1673-2965-02F4BC59DB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9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37314427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9DBEF-8CE1-F229-16C2-9BFE5C741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4892243-A146-E30F-2BA4-C788A44FBD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4D27925-A098-FB25-7940-1545D9688B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FEA522A7-6F30-EBF8-77E0-1549E4ED64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10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18755378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B281C-CEBA-BD9E-5E95-680754F90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5997BCD-EDC2-4D69-1DF2-2CFD508DD4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5728A51-F84E-AB48-6966-45691DBD5D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2FE60AD4-5AF2-C1EE-B495-20F1822502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11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6050455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24428-F043-0080-79D9-B80C66689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A6856CE-5354-3689-4F5A-E8C1651018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09A3267-8466-7F6E-497D-2920717D9F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48A274E0-A950-9BFC-4BC2-231DB15F2D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12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18668242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09BAB-6013-CED1-D3DD-51E617D8D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3B50E73-4763-9BAC-C7F3-DDF8435AE9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D74C990-B1FE-8672-BD93-C8214681B2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00D8A791-56EF-67CB-0039-6E40CADB95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13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152624632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14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17659231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rmAutofit/>
          </a:bodyPr>
          <a:lstStyle>
            <a:lvl1pPr algn="l">
              <a:lnSpc>
                <a:spcPct val="80000"/>
              </a:lnSpc>
              <a:defRPr lang="zh-CN" sz="6000" b="1" i="0" spc="100" baseline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grpSp>
        <p:nvGrpSpPr>
          <p:cNvPr id="9" name="组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任意多边形(F)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1" name="任意多边形(F)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2" name="任意多边形(F)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cxnSp>
        <p:nvCxnSpPr>
          <p:cNvPr id="13" name="直接连接符​​(S)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13275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议程​​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 5">
            <a:extLst>
              <a:ext uri="{FF2B5EF4-FFF2-40B4-BE49-F238E27FC236}">
                <a16:creationId xmlns:a16="http://schemas.microsoft.com/office/drawing/2014/main" id="{806C6F65-35CD-D64B-992A-0C1C1E0038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7" name="自选图形 24">
              <a:extLst>
                <a:ext uri="{FF2B5EF4-FFF2-40B4-BE49-F238E27FC236}">
                  <a16:creationId xmlns:a16="http://schemas.microsoft.com/office/drawing/2014/main" id="{CFD467E2-FF13-7E4F-BEF9-EA1A17665B2D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8" name="任意多边形(F) 7">
              <a:extLst>
                <a:ext uri="{FF2B5EF4-FFF2-40B4-BE49-F238E27FC236}">
                  <a16:creationId xmlns:a16="http://schemas.microsoft.com/office/drawing/2014/main" id="{CA85A327-3157-B442-993A-6900F71249AC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9" name="任意多边形(F) 8">
              <a:extLst>
                <a:ext uri="{FF2B5EF4-FFF2-40B4-BE49-F238E27FC236}">
                  <a16:creationId xmlns:a16="http://schemas.microsoft.com/office/drawing/2014/main" id="{9A459CB4-74AF-0544-AB1E-7CC6D10F84EB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0" name="任意多边形(F) 9">
              <a:extLst>
                <a:ext uri="{FF2B5EF4-FFF2-40B4-BE49-F238E27FC236}">
                  <a16:creationId xmlns:a16="http://schemas.microsoft.com/office/drawing/2014/main" id="{95A20BFD-9142-D64A-A78A-61B75FCA0D76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1" name="任意多边形(F) 10">
              <a:extLst>
                <a:ext uri="{FF2B5EF4-FFF2-40B4-BE49-F238E27FC236}">
                  <a16:creationId xmlns:a16="http://schemas.microsoft.com/office/drawing/2014/main" id="{B80736DF-C890-DB47-AEAA-D3D92505E632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12" name="标题 1">
            <a:extLst>
              <a:ext uri="{FF2B5EF4-FFF2-40B4-BE49-F238E27FC236}">
                <a16:creationId xmlns:a16="http://schemas.microsoft.com/office/drawing/2014/main" id="{39F93F26-ED5C-E74E-BFBD-E3054DC1B9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89572"/>
            <a:ext cx="6787747" cy="1593507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 spc="50" baseline="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sp>
        <p:nvSpPr>
          <p:cNvPr id="2" name="内容占位符 5">
            <a:extLst>
              <a:ext uri="{FF2B5EF4-FFF2-40B4-BE49-F238E27FC236}">
                <a16:creationId xmlns:a16="http://schemas.microsoft.com/office/drawing/2014/main" id="{186153BD-9D2B-47EB-3553-1D3F6663B2A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4359" y="2281918"/>
            <a:ext cx="6787747" cy="3708517"/>
          </a:xfrm>
        </p:spPr>
        <p:txBody>
          <a:bodyPr lIns="0" tIns="228600" rIns="0" bIns="0" rtlCol="0">
            <a:normAutofit/>
          </a:bodyPr>
          <a:lstStyle>
            <a:lvl1pPr marL="283464" indent="-283464">
              <a:lnSpc>
                <a:spcPct val="80000"/>
              </a:lnSpc>
              <a:spcBef>
                <a:spcPts val="2200"/>
              </a:spcBef>
              <a:buFont typeface="Arial" panose="020B0604020202020204" pitchFamily="34" charset="0"/>
              <a:buChar char="•"/>
              <a:defRPr lang="zh-CN" sz="2400" b="1" i="0" kern="1200" dirty="0">
                <a:solidFill>
                  <a:schemeClr val="tx2">
                    <a:lumMod val="7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n-cs"/>
              </a:defRPr>
            </a:lvl1pPr>
            <a:lvl2pPr indent="-283464">
              <a:spcBef>
                <a:spcPts val="6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43" name="灯片编号占位符 42">
            <a:extLst>
              <a:ext uri="{FF2B5EF4-FFF2-40B4-BE49-F238E27FC236}">
                <a16:creationId xmlns:a16="http://schemas.microsoft.com/office/drawing/2014/main" id="{D80CCC8F-9CF1-9621-04EB-DFA68FEE42D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42" name="日期占位符 41">
            <a:extLst>
              <a:ext uri="{FF2B5EF4-FFF2-40B4-BE49-F238E27FC236}">
                <a16:creationId xmlns:a16="http://schemas.microsoft.com/office/drawing/2014/main" id="{29CE2856-DB8F-5603-C085-74C70560FAC8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979826C1-7A52-DA25-F422-EE62DED7D1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0552" cy="0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8089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图片占位符 3">
            <a:extLst>
              <a:ext uri="{FF2B5EF4-FFF2-40B4-BE49-F238E27FC236}">
                <a16:creationId xmlns:a16="http://schemas.microsoft.com/office/drawing/2014/main" id="{B79D0555-EBDC-B53A-212D-A5921795FEC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80543"/>
          </a:xfrm>
          <a:custGeom>
            <a:avLst/>
            <a:gdLst>
              <a:gd name="connsiteX0" fmla="*/ 6309360 w 12192000"/>
              <a:gd name="connsiteY0" fmla="*/ 3951843 h 6880543"/>
              <a:gd name="connsiteX1" fmla="*/ 6309360 w 12192000"/>
              <a:gd name="connsiteY1" fmla="*/ 4052427 h 6880543"/>
              <a:gd name="connsiteX2" fmla="*/ 8442960 w 12192000"/>
              <a:gd name="connsiteY2" fmla="*/ 4052427 h 6880543"/>
              <a:gd name="connsiteX3" fmla="*/ 8442960 w 12192000"/>
              <a:gd name="connsiteY3" fmla="*/ 3951843 h 6880543"/>
              <a:gd name="connsiteX4" fmla="*/ 0 w 12192000"/>
              <a:gd name="connsiteY4" fmla="*/ 0 h 6880543"/>
              <a:gd name="connsiteX5" fmla="*/ 12192000 w 12192000"/>
              <a:gd name="connsiteY5" fmla="*/ 0 h 6880543"/>
              <a:gd name="connsiteX6" fmla="*/ 12192000 w 12192000"/>
              <a:gd name="connsiteY6" fmla="*/ 6880543 h 6880543"/>
              <a:gd name="connsiteX7" fmla="*/ 0 w 12192000"/>
              <a:gd name="connsiteY7" fmla="*/ 6880543 h 68805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80543">
                <a:moveTo>
                  <a:pt x="6309360" y="3951843"/>
                </a:moveTo>
                <a:lnTo>
                  <a:pt x="6309360" y="4052427"/>
                </a:lnTo>
                <a:lnTo>
                  <a:pt x="8442960" y="4052427"/>
                </a:lnTo>
                <a:lnTo>
                  <a:pt x="8442960" y="3951843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80543"/>
                </a:lnTo>
                <a:lnTo>
                  <a:pt x="0" y="6880543"/>
                </a:lnTo>
                <a:close/>
              </a:path>
            </a:pathLst>
          </a:custGeom>
        </p:spPr>
        <p:txBody>
          <a:bodyPr wrap="square" tIns="182880" rtlCol="0">
            <a:normAutofit/>
          </a:bodyPr>
          <a:lstStyle>
            <a:lvl1pPr marL="0" indent="0" algn="ctr">
              <a:buNone/>
              <a:defRPr lang="zh-CN" sz="200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单击图标以添加图片</a:t>
            </a:r>
          </a:p>
        </p:txBody>
      </p:sp>
      <p:sp>
        <p:nvSpPr>
          <p:cNvPr id="18" name="标题 1">
            <a:extLst>
              <a:ext uri="{FF2B5EF4-FFF2-40B4-BE49-F238E27FC236}">
                <a16:creationId xmlns:a16="http://schemas.microsoft.com/office/drawing/2014/main" id="{8D492973-78E3-D34E-835E-CF2D451701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09359" y="444933"/>
            <a:ext cx="5477479" cy="3291840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6000" b="1" i="0" baseline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sp>
        <p:nvSpPr>
          <p:cNvPr id="7" name="长方形 6">
            <a:extLst>
              <a:ext uri="{FF2B5EF4-FFF2-40B4-BE49-F238E27FC236}">
                <a16:creationId xmlns:a16="http://schemas.microsoft.com/office/drawing/2014/main" id="{D96BA398-1ED2-1FCA-63B9-8915A8C7A5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09360" y="3951843"/>
            <a:ext cx="2133600" cy="10058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</a:lstStyle>
          <a:p>
            <a:pPr algn="ctr" rtl="0"/>
            <a:endParaRPr lang="zh-CN" dirty="0">
              <a:latin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291695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104">
          <p15:clr>
            <a:srgbClr val="FBAE40"/>
          </p15:clr>
        </p15:guide>
        <p15:guide id="3" pos="4344" userDrawn="1">
          <p15:clr>
            <a:srgbClr val="FBAE40"/>
          </p15:clr>
        </p15:guide>
        <p15:guide id="4" pos="4560" userDrawn="1">
          <p15:clr>
            <a:srgbClr val="FBAE40"/>
          </p15:clr>
        </p15:guide>
        <p15:guide id="8" orient="horz" pos="1848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99835" y="43052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rmAutofit/>
          </a:bodyPr>
          <a:lstStyle>
            <a:lvl1pPr algn="l">
              <a:lnSpc>
                <a:spcPct val="80000"/>
              </a:lnSpc>
              <a:defRPr lang="zh-CN" sz="6000" b="1" i="0" spc="100" baseline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/>
              <a:t>单击此处添加标题 </a:t>
            </a:r>
          </a:p>
        </p:txBody>
      </p:sp>
      <p:sp>
        <p:nvSpPr>
          <p:cNvPr id="6" name="图片占位符 5">
            <a:extLst>
              <a:ext uri="{FF2B5EF4-FFF2-40B4-BE49-F238E27FC236}">
                <a16:creationId xmlns:a16="http://schemas.microsoft.com/office/drawing/2014/main" id="{A9973BC6-F6E5-0B3B-C8AB-0AC4020D4E8B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-11113"/>
            <a:ext cx="5791200" cy="6880226"/>
          </a:xfrm>
        </p:spPr>
        <p:txBody>
          <a:bodyPr rtlCol="0">
            <a:normAutofit/>
          </a:bodyPr>
          <a:lstStyle>
            <a:lvl1pPr marL="0" indent="0" algn="ctr"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/>
              <a:t>单击图标以添加图片</a:t>
            </a:r>
          </a:p>
        </p:txBody>
      </p:sp>
      <p:sp>
        <p:nvSpPr>
          <p:cNvPr id="18" name="文本占位符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99835" y="4568602"/>
            <a:ext cx="5486400" cy="1645920"/>
          </a:xfrm>
        </p:spPr>
        <p:txBody>
          <a:bodyPr lIns="0" tIns="0" rIns="0" bIns="0" rtlCol="0">
            <a:normAutofit/>
          </a:bodyPr>
          <a:lstStyle>
            <a:lvl1pPr marL="0" indent="0">
              <a:buNone/>
              <a:defRPr lang="zh-CN" sz="2400" b="1" i="0">
                <a:solidFill>
                  <a:schemeClr val="tx2">
                    <a:lumMod val="7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>
              <a:defRPr lang="zh-CN" sz="4000"/>
            </a:lvl2pPr>
            <a:lvl3pPr>
              <a:defRPr lang="zh-CN" sz="4000"/>
            </a:lvl3pPr>
            <a:lvl4pPr>
              <a:defRPr lang="zh-CN" sz="4000"/>
            </a:lvl4pPr>
            <a:lvl5pPr>
              <a:defRPr lang="zh-CN" sz="4000"/>
            </a:lvl5pPr>
          </a:lstStyle>
          <a:p>
            <a:pPr lvl="0" rtl="0"/>
            <a:r>
              <a:rPr lang="zh-CN"/>
              <a:t>单击此处添加文本</a:t>
            </a:r>
          </a:p>
        </p:txBody>
      </p:sp>
      <p:cxnSp>
        <p:nvCxnSpPr>
          <p:cNvPr id="7" name="直接连接符​​(S) 6">
            <a:extLst>
              <a:ext uri="{FF2B5EF4-FFF2-40B4-BE49-F238E27FC236}">
                <a16:creationId xmlns:a16="http://schemas.microsoft.com/office/drawing/2014/main" id="{29169ED6-4B82-6844-119F-AC15CDF2D3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79140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汇总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直接连接符​​(S) 8">
            <a:extLst>
              <a:ext uri="{FF2B5EF4-FFF2-40B4-BE49-F238E27FC236}">
                <a16:creationId xmlns:a16="http://schemas.microsoft.com/office/drawing/2014/main" id="{C57F1500-1A16-D1EF-4F0C-030852B291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0" name="组 9">
            <a:extLst>
              <a:ext uri="{FF2B5EF4-FFF2-40B4-BE49-F238E27FC236}">
                <a16:creationId xmlns:a16="http://schemas.microsoft.com/office/drawing/2014/main" id="{2D07A0BE-3890-193E-9439-F294E61A71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11" name="任意多边形(F) 19">
              <a:extLst>
                <a:ext uri="{FF2B5EF4-FFF2-40B4-BE49-F238E27FC236}">
                  <a16:creationId xmlns:a16="http://schemas.microsoft.com/office/drawing/2014/main" id="{C05217ED-C258-E6CE-BA7F-28A6EA41BCD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2" name="任意多边形(F) 20">
              <a:extLst>
                <a:ext uri="{FF2B5EF4-FFF2-40B4-BE49-F238E27FC236}">
                  <a16:creationId xmlns:a16="http://schemas.microsoft.com/office/drawing/2014/main" id="{F3E11A1F-14DD-BA35-D7D7-4D4ADEAA348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3" name="任意多边形(F) 21">
              <a:extLst>
                <a:ext uri="{FF2B5EF4-FFF2-40B4-BE49-F238E27FC236}">
                  <a16:creationId xmlns:a16="http://schemas.microsoft.com/office/drawing/2014/main" id="{F14541B0-973F-7E21-1019-D2FB83C8C0D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32" name="标题 1">
            <a:extLst>
              <a:ext uri="{FF2B5EF4-FFF2-40B4-BE49-F238E27FC236}">
                <a16:creationId xmlns:a16="http://schemas.microsoft.com/office/drawing/2014/main" id="{467E05B6-B7CB-1E4F-96BA-4B8CFE8B63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02875"/>
            <a:ext cx="10873740" cy="1680205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sp>
        <p:nvSpPr>
          <p:cNvPr id="2" name="内容占位符 5">
            <a:extLst>
              <a:ext uri="{FF2B5EF4-FFF2-40B4-BE49-F238E27FC236}">
                <a16:creationId xmlns:a16="http://schemas.microsoft.com/office/drawing/2014/main" id="{F6FE0DC0-B0D7-F4D6-8038-177AD7A8C21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57600" y="2282008"/>
            <a:ext cx="7810500" cy="3699328"/>
          </a:xfrm>
        </p:spPr>
        <p:txBody>
          <a:bodyPr lIns="0" tIns="228600" rIns="0" bIns="0" rtlCol="0">
            <a:normAutofit/>
          </a:bodyPr>
          <a:lstStyle>
            <a:lvl1pPr marL="283464" indent="-283464">
              <a:spcBef>
                <a:spcPts val="1800"/>
              </a:spcBef>
              <a:buFont typeface="Arial" panose="020B0604020202020204" pitchFamily="34" charset="0"/>
              <a:buChar char="•"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7ED58739-4346-5104-B1AC-89ED035912A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272B8D-F380-9F1A-C8E6-BDD2352B1763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02964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304">
          <p15:clr>
            <a:srgbClr val="FBAE40"/>
          </p15:clr>
        </p15:guide>
        <p15:guide id="4" pos="5736">
          <p15:clr>
            <a:srgbClr val="FBAE40"/>
          </p15:clr>
        </p15:guide>
        <p15:guide id="5" pos="1944">
          <p15:clr>
            <a:srgbClr val="FBAE40"/>
          </p15:clr>
        </p15:guide>
        <p15:guide id="6" pos="4008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440">
          <p15:clr>
            <a:srgbClr val="FBAE40"/>
          </p15:clr>
        </p15:guide>
        <p15:guide id="9" orient="horz" pos="552">
          <p15:clr>
            <a:srgbClr val="FBAE40"/>
          </p15:clr>
        </p15:guide>
        <p15:guide id="10" pos="5352">
          <p15:clr>
            <a:srgbClr val="FBAE40"/>
          </p15:clr>
        </p15:guide>
        <p15:guide id="11" pos="36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rmAutofit/>
          </a:bodyPr>
          <a:lstStyle>
            <a:lvl1pPr algn="l">
              <a:lnSpc>
                <a:spcPct val="80000"/>
              </a:lnSpc>
              <a:defRPr lang="zh-CN" sz="6000" b="1" i="0" spc="100" baseline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grpSp>
        <p:nvGrpSpPr>
          <p:cNvPr id="9" name="组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任意多边形(F)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1" name="任意多边形(F)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2" name="任意多边形(F)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cxnSp>
        <p:nvCxnSpPr>
          <p:cNvPr id="13" name="直接连接符​​(S)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文本占位符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9905" y="4549552"/>
            <a:ext cx="5486400" cy="1645920"/>
          </a:xfrm>
        </p:spPr>
        <p:txBody>
          <a:bodyPr lIns="0" tIns="0" rIns="0" bIns="0" rtlCol="0">
            <a:normAutofit/>
          </a:bodyPr>
          <a:lstStyle>
            <a:lvl1pPr marL="0" indent="0">
              <a:buNone/>
              <a:defRPr lang="zh-CN" sz="2400" b="1" i="0">
                <a:solidFill>
                  <a:schemeClr val="tx2">
                    <a:lumMod val="7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>
              <a:defRPr lang="zh-CN" sz="4000"/>
            </a:lvl2pPr>
            <a:lvl3pPr>
              <a:defRPr lang="zh-CN" sz="4000"/>
            </a:lvl3pPr>
            <a:lvl4pPr>
              <a:defRPr lang="zh-CN" sz="4000"/>
            </a:lvl4pPr>
            <a:lvl5pPr>
              <a:defRPr lang="zh-CN" sz="4000"/>
            </a:lvl5pPr>
          </a:lstStyle>
          <a:p>
            <a:pPr lvl="0" rtl="0"/>
            <a:r>
              <a:rPr lang="zh-CN" dirty="0"/>
              <a:t>单击此处添加文本</a:t>
            </a:r>
          </a:p>
        </p:txBody>
      </p:sp>
    </p:spTree>
    <p:extLst>
      <p:ext uri="{BB962C8B-B14F-4D97-AF65-F5344CB8AC3E}">
        <p14:creationId xmlns:p14="http://schemas.microsoft.com/office/powerpoint/2010/main" val="2027108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两栏内容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任意多边形(F)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3" name="任意多边形(F)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4" name="任意多边形(F)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16" name="标题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78129"/>
            <a:ext cx="9778365" cy="1494596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sp>
        <p:nvSpPr>
          <p:cNvPr id="2" name="内容占位符 5">
            <a:extLst>
              <a:ext uri="{FF2B5EF4-FFF2-40B4-BE49-F238E27FC236}">
                <a16:creationId xmlns:a16="http://schemas.microsoft.com/office/drawing/2014/main" id="{F14DA3C5-63E4-BAFB-1D68-47F71EEEE53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676525"/>
            <a:ext cx="4490827" cy="3597470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marL="283464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marL="59436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marL="82296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marL="100584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3" name="内容占位符 5">
            <a:extLst>
              <a:ext uri="{FF2B5EF4-FFF2-40B4-BE49-F238E27FC236}">
                <a16:creationId xmlns:a16="http://schemas.microsoft.com/office/drawing/2014/main" id="{BD11386D-847E-8CF5-E56A-42E80A65A08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881898" y="2676525"/>
            <a:ext cx="4490827" cy="3597470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marL="283464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marL="54864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marL="82296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marL="100584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10569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 10">
            <a:extLst>
              <a:ext uri="{FF2B5EF4-FFF2-40B4-BE49-F238E27FC236}">
                <a16:creationId xmlns:a16="http://schemas.microsoft.com/office/drawing/2014/main" id="{42E558A9-6DD6-E21D-3A8F-6707E1DD1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12" name="自选图形 24">
              <a:extLst>
                <a:ext uri="{FF2B5EF4-FFF2-40B4-BE49-F238E27FC236}">
                  <a16:creationId xmlns:a16="http://schemas.microsoft.com/office/drawing/2014/main" id="{3FC994E4-318C-1E66-B4E4-8F8FD08E098F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3" name="任意多边形(F) 7">
              <a:extLst>
                <a:ext uri="{FF2B5EF4-FFF2-40B4-BE49-F238E27FC236}">
                  <a16:creationId xmlns:a16="http://schemas.microsoft.com/office/drawing/2014/main" id="{17C00E6B-F625-6D6C-8364-9DD9F3C3628F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4" name="任意多边形(F) 8">
              <a:extLst>
                <a:ext uri="{FF2B5EF4-FFF2-40B4-BE49-F238E27FC236}">
                  <a16:creationId xmlns:a16="http://schemas.microsoft.com/office/drawing/2014/main" id="{C6197B87-4F65-7981-9463-84830CD3687F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8" name="任意多边形(F) 9">
              <a:extLst>
                <a:ext uri="{FF2B5EF4-FFF2-40B4-BE49-F238E27FC236}">
                  <a16:creationId xmlns:a16="http://schemas.microsoft.com/office/drawing/2014/main" id="{86AA517C-7217-D864-B7E7-40984A2880DB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9" name="任意多边形(F) 10">
              <a:extLst>
                <a:ext uri="{FF2B5EF4-FFF2-40B4-BE49-F238E27FC236}">
                  <a16:creationId xmlns:a16="http://schemas.microsoft.com/office/drawing/2014/main" id="{524013C6-491C-CAA2-5BD6-7C73596711CC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16" name="标题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18885" y="3499667"/>
            <a:ext cx="4939666" cy="2542810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47460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内容占位符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457201"/>
            <a:ext cx="5198269" cy="2305050"/>
          </a:xfrm>
        </p:spPr>
        <p:txBody>
          <a:bodyPr lIns="0" tIns="274320" rtlCol="0">
            <a:normAutofit/>
          </a:bodyPr>
          <a:lstStyle>
            <a:lvl1pPr marL="457200" indent="-457200">
              <a:spcBef>
                <a:spcPts val="1800"/>
              </a:spcBef>
              <a:buFont typeface="+mj-lt"/>
              <a:buAutoNum type="arabicPeriod"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marL="914400" indent="-457200">
              <a:spcBef>
                <a:spcPts val="1800"/>
              </a:spcBef>
              <a:buFont typeface="+mj-lt"/>
              <a:buAutoNum type="alphaLcPeriod"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marL="1371600" indent="-457200">
              <a:spcBef>
                <a:spcPts val="1800"/>
              </a:spcBef>
              <a:buFont typeface="+mj-lt"/>
              <a:buAutoNum type="arabicParenR"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marL="1371600" indent="0">
              <a:spcBef>
                <a:spcPts val="1800"/>
              </a:spcBef>
              <a:buFont typeface="+mj-lt"/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marL="2286000" indent="-457200">
              <a:spcBef>
                <a:spcPts val="1800"/>
              </a:spcBef>
              <a:buFont typeface="+mj-lt"/>
              <a:buAutoNum type="arabicPeriod"/>
              <a:defRPr lang="zh-CN" sz="2000"/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endParaRPr lang="zh-CN" dirty="0"/>
          </a:p>
        </p:txBody>
      </p:sp>
      <p:sp>
        <p:nvSpPr>
          <p:cNvPr id="2" name="内容占位符 5">
            <a:extLst>
              <a:ext uri="{FF2B5EF4-FFF2-40B4-BE49-F238E27FC236}">
                <a16:creationId xmlns:a16="http://schemas.microsoft.com/office/drawing/2014/main" id="{3AC171DA-232D-44C1-6B93-40BACB298F4B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810595"/>
            <a:ext cx="5198269" cy="3319513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marL="283464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marL="54864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marL="82296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marL="100584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54606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、内容和图片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标题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5310" y="278129"/>
            <a:ext cx="5063490" cy="2354026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sp>
        <p:nvSpPr>
          <p:cNvPr id="3" name="内容占位符 5">
            <a:extLst>
              <a:ext uri="{FF2B5EF4-FFF2-40B4-BE49-F238E27FC236}">
                <a16:creationId xmlns:a16="http://schemas.microsoft.com/office/drawing/2014/main" id="{1EF4505D-6803-3813-7738-04996342781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4360" y="3279579"/>
            <a:ext cx="5044440" cy="2994415"/>
          </a:xfrm>
        </p:spPr>
        <p:txBody>
          <a:bodyPr lIns="0" tIns="22860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997459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图片占位符 11">
            <a:extLst>
              <a:ext uri="{FF2B5EF4-FFF2-40B4-BE49-F238E27FC236}">
                <a16:creationId xmlns:a16="http://schemas.microsoft.com/office/drawing/2014/main" id="{4658637A-5D36-6127-19BC-C203E23FA49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0"/>
            <a:ext cx="6118225" cy="6858000"/>
          </a:xfrm>
        </p:spPr>
        <p:txBody>
          <a:bodyPr rtlCol="0">
            <a:normAutofit/>
          </a:bodyPr>
          <a:lstStyle>
            <a:lvl1pPr marL="0" indent="0" algn="ctr">
              <a:buNone/>
              <a:defRPr lang="zh-CN" sz="200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单击图标以添加图片</a:t>
            </a:r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293197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内容和表格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 4">
            <a:extLst>
              <a:ext uri="{FF2B5EF4-FFF2-40B4-BE49-F238E27FC236}">
                <a16:creationId xmlns:a16="http://schemas.microsoft.com/office/drawing/2014/main" id="{CF555767-B3D8-BD57-1D42-7F6E1E668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9" name="任意多边形(F) 13">
              <a:extLst>
                <a:ext uri="{FF2B5EF4-FFF2-40B4-BE49-F238E27FC236}">
                  <a16:creationId xmlns:a16="http://schemas.microsoft.com/office/drawing/2014/main" id="{BC972B6D-098C-52F6-E990-52623B368FB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5" name="任意多边形(F) 14">
              <a:extLst>
                <a:ext uri="{FF2B5EF4-FFF2-40B4-BE49-F238E27FC236}">
                  <a16:creationId xmlns:a16="http://schemas.microsoft.com/office/drawing/2014/main" id="{3F0D3EE3-9A8C-531D-1EEE-1AFAB9F3BCAE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7" name="任意多边形(F) 15">
              <a:extLst>
                <a:ext uri="{FF2B5EF4-FFF2-40B4-BE49-F238E27FC236}">
                  <a16:creationId xmlns:a16="http://schemas.microsoft.com/office/drawing/2014/main" id="{A2BE192C-1768-890B-EC1B-5ED6E1F8259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16" name="标题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61409" y="4661717"/>
            <a:ext cx="7936230" cy="1380760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670935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内容占位符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584005"/>
            <a:ext cx="2825115" cy="3999060"/>
          </a:xfrm>
        </p:spPr>
        <p:txBody>
          <a:bodyPr lIns="0" tIns="27432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marL="457200" indent="0">
              <a:spcBef>
                <a:spcPts val="1800"/>
              </a:spcBef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marL="914400" indent="0">
              <a:spcBef>
                <a:spcPts val="1800"/>
              </a:spcBef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marL="1371600" indent="0">
              <a:spcBef>
                <a:spcPts val="1800"/>
              </a:spcBef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marL="1828800" indent="0">
              <a:spcBef>
                <a:spcPts val="1800"/>
              </a:spcBef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70934" y="584005"/>
            <a:ext cx="7926705" cy="3999060"/>
          </a:xfrm>
        </p:spPr>
        <p:txBody>
          <a:bodyPr lIns="0" rtlCol="0">
            <a:normAutofit/>
          </a:bodyPr>
          <a:lstStyle>
            <a:lvl1pPr marL="0" indent="0">
              <a:spcBef>
                <a:spcPts val="1800"/>
              </a:spcBef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>
              <a:spcBef>
                <a:spcPts val="6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44329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两栏内容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任意多边形(F)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3" name="任意多边形(F)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4" name="任意多边形(F)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16" name="标题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98408"/>
            <a:ext cx="10972800" cy="1574317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5523" y="2676525"/>
            <a:ext cx="5746750" cy="3597470"/>
          </a:xfrm>
        </p:spPr>
        <p:txBody>
          <a:bodyPr lIns="0" rtlCol="0">
            <a:normAutofit/>
          </a:bodyPr>
          <a:lstStyle>
            <a:lvl1pPr marL="0" indent="0">
              <a:spcBef>
                <a:spcPts val="1800"/>
              </a:spcBef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>
              <a:spcBef>
                <a:spcPts val="6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7" name="内容占位符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620000" y="2676525"/>
            <a:ext cx="3947160" cy="3597470"/>
          </a:xfrm>
        </p:spPr>
        <p:txBody>
          <a:bodyPr lIns="0" rtlCol="0">
            <a:normAutofit/>
          </a:bodyPr>
          <a:lstStyle>
            <a:lvl1pPr marL="342900" indent="-342900">
              <a:spcBef>
                <a:spcPts val="1800"/>
              </a:spcBef>
              <a:buFont typeface="Arial" panose="020B0604020202020204" pitchFamily="34" charset="0"/>
              <a:buChar char="•"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49744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表格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标题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02400"/>
            <a:ext cx="10972800" cy="1570325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sp>
        <p:nvSpPr>
          <p:cNvPr id="9" name="表格占位符 2">
            <a:extLst>
              <a:ext uri="{FF2B5EF4-FFF2-40B4-BE49-F238E27FC236}">
                <a16:creationId xmlns:a16="http://schemas.microsoft.com/office/drawing/2014/main" id="{1506B022-475A-6647-98FF-D5C319A0C7C4}"/>
              </a:ext>
            </a:extLst>
          </p:cNvPr>
          <p:cNvSpPr>
            <a:spLocks noGrp="1"/>
          </p:cNvSpPr>
          <p:nvPr>
            <p:ph type="tbl" sz="quarter" idx="10" hasCustomPrompt="1"/>
          </p:nvPr>
        </p:nvSpPr>
        <p:spPr>
          <a:xfrm>
            <a:off x="594360" y="2628629"/>
            <a:ext cx="10972800" cy="3636740"/>
          </a:xfrm>
        </p:spPr>
        <p:txBody>
          <a:bodyPr rtlCol="0">
            <a:normAutofit/>
          </a:bodyPr>
          <a:lstStyle>
            <a:lvl1pPr>
              <a:defRPr lang="zh-CN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单击图标以添加表格</a:t>
            </a:r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4109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4360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rmAutofit/>
          </a:bodyPr>
          <a:lstStyle>
            <a:lvl1pPr algn="l">
              <a:lnSpc>
                <a:spcPct val="80000"/>
              </a:lnSpc>
              <a:defRPr lang="zh-CN" sz="6000" b="1" i="0" spc="100" baseline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grpSp>
        <p:nvGrpSpPr>
          <p:cNvPr id="9" name="组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flipH="1" flipV="1">
            <a:off x="6092752" y="0"/>
            <a:ext cx="6099248" cy="6099248"/>
            <a:chOff x="0" y="12289"/>
            <a:chExt cx="3550" cy="3551"/>
          </a:xfrm>
        </p:grpSpPr>
        <p:sp>
          <p:nvSpPr>
            <p:cNvPr id="10" name="任意多边形(F)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1" name="任意多边形(F)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2" name="任意多边形(F)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18" name="文本占位符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94360" y="4549552"/>
            <a:ext cx="5486400" cy="1645920"/>
          </a:xfrm>
        </p:spPr>
        <p:txBody>
          <a:bodyPr lIns="0" tIns="0" rIns="0" bIns="0" rtlCol="0">
            <a:normAutofit/>
          </a:bodyPr>
          <a:lstStyle>
            <a:lvl1pPr marL="0" indent="0">
              <a:buNone/>
              <a:defRPr lang="zh-CN" sz="2400" b="1" i="0">
                <a:solidFill>
                  <a:schemeClr val="tx2">
                    <a:lumMod val="7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>
              <a:defRPr lang="zh-CN" sz="4000"/>
            </a:lvl2pPr>
            <a:lvl3pPr>
              <a:defRPr lang="zh-CN" sz="4000"/>
            </a:lvl3pPr>
            <a:lvl4pPr>
              <a:defRPr lang="zh-CN" sz="4000"/>
            </a:lvl4pPr>
            <a:lvl5pPr>
              <a:defRPr lang="zh-CN" sz="4000"/>
            </a:lvl5pPr>
          </a:lstStyle>
          <a:p>
            <a:pPr lvl="0" rtl="0"/>
            <a:r>
              <a:rPr lang="zh-CN" dirty="0"/>
              <a:t>单击此处添加文本</a:t>
            </a:r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58B149C6-5AAC-B8E5-5411-EA38821F67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9273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EED84C6-50E6-6C43-8031-AFF6268E0C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4360" y="1825625"/>
            <a:ext cx="1038225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zh-CN"/>
            </a:defPPr>
          </a:lstStyle>
          <a:p>
            <a:pPr lvl="0" rtl="0"/>
            <a:r>
              <a:rPr lang="zh-CN" altLang="en-US" noProof="0" dirty="0"/>
              <a:t>单击此处编辑母版文本样式</a:t>
            </a:r>
          </a:p>
          <a:p>
            <a:pPr lvl="1" rtl="0"/>
            <a:r>
              <a:rPr lang="zh-CN" altLang="en-US" noProof="0" dirty="0"/>
              <a:t>第二级</a:t>
            </a:r>
          </a:p>
          <a:p>
            <a:pPr lvl="2" rtl="0"/>
            <a:r>
              <a:rPr lang="zh-CN" altLang="en-US" noProof="0" dirty="0"/>
              <a:t>第三级</a:t>
            </a:r>
          </a:p>
          <a:p>
            <a:pPr lvl="3" rtl="0"/>
            <a:r>
              <a:rPr lang="zh-CN" altLang="en-US" noProof="0" dirty="0"/>
              <a:t>第四级</a:t>
            </a:r>
          </a:p>
          <a:p>
            <a:pPr lvl="4" rtl="0"/>
            <a:r>
              <a:rPr lang="zh-CN" altLang="en-US" noProof="0" dirty="0"/>
              <a:t>第五级</a:t>
            </a:r>
          </a:p>
        </p:txBody>
      </p:sp>
      <p:sp>
        <p:nvSpPr>
          <p:cNvPr id="12" name="标题占位符 11">
            <a:extLst>
              <a:ext uri="{FF2B5EF4-FFF2-40B4-BE49-F238E27FC236}">
                <a16:creationId xmlns:a16="http://schemas.microsoft.com/office/drawing/2014/main" id="{D41FC0AE-253D-D242-9C88-017078F8A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365125"/>
            <a:ext cx="104013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zh-CN"/>
            </a:defPPr>
          </a:lstStyle>
          <a:p>
            <a:pPr rtl="0"/>
            <a:r>
              <a:rPr lang="zh-CN" altLang="en-US" noProof="0" dirty="0"/>
              <a:t>单击此处编辑母版标题样式</a:t>
            </a:r>
          </a:p>
        </p:txBody>
      </p:sp>
      <p:sp>
        <p:nvSpPr>
          <p:cNvPr id="30" name="日期占位符 3">
            <a:extLst>
              <a:ext uri="{FF2B5EF4-FFF2-40B4-BE49-F238E27FC236}">
                <a16:creationId xmlns:a16="http://schemas.microsoft.com/office/drawing/2014/main" id="{EF47083A-6D76-4B4D-87CA-E08E212F7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33648" y="6332220"/>
            <a:ext cx="1313180" cy="24765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lang="zh-CN" sz="1100" b="0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endParaRPr lang="zh-CN" altLang="en-US" noProof="0" dirty="0">
              <a:ea typeface="Microsoft YaHei UI" panose="020B0503020204020204" pitchFamily="34" charset="-122"/>
            </a:endParaRPr>
          </a:p>
        </p:txBody>
      </p:sp>
      <p:sp>
        <p:nvSpPr>
          <p:cNvPr id="32" name="幻灯片编号占位符 5">
            <a:extLst>
              <a:ext uri="{FF2B5EF4-FFF2-40B4-BE49-F238E27FC236}">
                <a16:creationId xmlns:a16="http://schemas.microsoft.com/office/drawing/2014/main" id="{C8ADA0DF-3751-9A48-8A21-59F01C782D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94360" y="6332220"/>
            <a:ext cx="523240" cy="24765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lang="zh-CN" sz="11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fld id="{294A09A9-5501-47C1-A89A-A340965A2BE2}" type="slidenum">
              <a:rPr lang="en-US" altLang="zh-CN" noProof="0" smtClean="0"/>
              <a:pPr/>
              <a:t>‹#›</a:t>
            </a:fld>
            <a:endParaRPr lang="zh-CN" altLang="en-US" noProof="0" dirty="0">
              <a:ea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1589224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1" r:id="rId1"/>
    <p:sldLayoutId id="2147483698" r:id="rId2"/>
    <p:sldLayoutId id="2147483710" r:id="rId3"/>
    <p:sldLayoutId id="2147483700" r:id="rId4"/>
    <p:sldLayoutId id="2147483701" r:id="rId5"/>
    <p:sldLayoutId id="2147483659" r:id="rId6"/>
    <p:sldLayoutId id="2147483709" r:id="rId7"/>
    <p:sldLayoutId id="2147483708" r:id="rId8"/>
    <p:sldLayoutId id="2147483707" r:id="rId9"/>
    <p:sldLayoutId id="2147483706" r:id="rId10"/>
    <p:sldLayoutId id="2147483705" r:id="rId11"/>
    <p:sldLayoutId id="2147483704" r:id="rId12"/>
    <p:sldLayoutId id="2147483703" r:id="rId13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lang="zh-CN" sz="4400" b="1" i="0" kern="1200" spc="100" baseline="0">
          <a:solidFill>
            <a:schemeClr val="bg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j-cs"/>
        </a:defRPr>
      </a:lvl1pPr>
    </p:titleStyle>
    <p:bodyStyle>
      <a:lvl1pPr marL="228600" indent="-283464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zh-CN" sz="2800" b="0" i="0" kern="1200">
          <a:solidFill>
            <a:schemeClr val="bg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1pPr>
      <a:lvl2pPr marL="6858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2400" b="0" i="0" kern="1200">
          <a:solidFill>
            <a:schemeClr val="bg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2pPr>
      <a:lvl3pPr marL="11430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2000" b="0" i="0" kern="1200">
          <a:solidFill>
            <a:schemeClr val="bg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3pPr>
      <a:lvl4pPr marL="16002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b="0" i="0" kern="1200">
          <a:solidFill>
            <a:schemeClr val="bg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4pPr>
      <a:lvl5pPr marL="20574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b="0" i="0" kern="1200">
          <a:solidFill>
            <a:schemeClr val="bg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40">
          <p15:clr>
            <a:srgbClr val="547EBF"/>
          </p15:clr>
        </p15:guide>
        <p15:guide id="4" orient="horz" pos="240">
          <p15:clr>
            <a:srgbClr val="547EBF"/>
          </p15:clr>
        </p15:guide>
        <p15:guide id="5" pos="7440">
          <p15:clr>
            <a:srgbClr val="547EBF"/>
          </p15:clr>
        </p15:guide>
        <p15:guide id="6" orient="horz" pos="4080">
          <p15:clr>
            <a:srgbClr val="547EBF"/>
          </p15:clr>
        </p15:guide>
        <p15:guide id="7" pos="600" userDrawn="1">
          <p15:clr>
            <a:srgbClr val="547EBF"/>
          </p15:clr>
        </p15:guide>
        <p15:guide id="8" pos="3720">
          <p15:clr>
            <a:srgbClr val="547EBF"/>
          </p15:clr>
        </p15:guide>
        <p15:guide id="9" pos="2112">
          <p15:clr>
            <a:srgbClr val="547EBF"/>
          </p15:clr>
        </p15:guide>
        <p15:guide id="10" pos="1848">
          <p15:clr>
            <a:srgbClr val="547EBF"/>
          </p15:clr>
        </p15:guide>
        <p15:guide id="11" pos="5568">
          <p15:clr>
            <a:srgbClr val="547EBF"/>
          </p15:clr>
        </p15:guide>
        <p15:guide id="12" pos="5832">
          <p15:clr>
            <a:srgbClr val="547EBF"/>
          </p15:clr>
        </p15:guide>
        <p15:guide id="13" pos="4968">
          <p15:clr>
            <a:srgbClr val="9FCC3B"/>
          </p15:clr>
        </p15:guide>
        <p15:guide id="14" pos="5208">
          <p15:clr>
            <a:srgbClr val="9FCC3B"/>
          </p15:clr>
        </p15:guide>
        <p15:guide id="15" pos="2712">
          <p15:clr>
            <a:srgbClr val="9FCC3B"/>
          </p15:clr>
        </p15:guide>
        <p15:guide id="16" pos="2472">
          <p15:clr>
            <a:srgbClr val="9FCC3B"/>
          </p15:clr>
        </p15:guide>
        <p15:guide id="17" pos="39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530BF65-C84B-45C3-72CA-AFDA68851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89572"/>
            <a:ext cx="6787747" cy="1593507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ECE2071 Project</a:t>
            </a:r>
            <a:endParaRPr lang="zh-CN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B8EBC2C-6DD7-5003-38EB-40753046FE8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3725" y="2281238"/>
            <a:ext cx="6788150" cy="3709987"/>
          </a:xfrm>
        </p:spPr>
        <p:txBody>
          <a:bodyPr tIns="457200"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Team F08</a:t>
            </a:r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33466857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BB6B69-3265-3953-6A86-982FA7A12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985FB4A7-EC40-731C-0F41-8DE2ED0658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Introduction</a:t>
            </a:r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24008957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738758" cy="765957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 Introduction and project task overview</a:t>
            </a:r>
            <a:endParaRPr lang="zh-CN" dirty="0"/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F70BD87D-F7DA-961B-4024-A354DC87D1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57600" y="2315688"/>
            <a:ext cx="7563548" cy="3575044"/>
          </a:xfrm>
        </p:spPr>
        <p:txBody>
          <a:bodyPr rtlCol="0">
            <a:normAutofit lnSpcReduction="10000"/>
          </a:bodyPr>
          <a:lstStyle>
            <a:defPPr>
              <a:defRPr lang="zh-CN"/>
            </a:defPPr>
          </a:lstStyle>
          <a:p>
            <a:pPr marL="457200" lvl="0" indent="-300037">
              <a:spcBef>
                <a:spcPts val="1200"/>
              </a:spcBef>
              <a:buSzPct val="100000"/>
              <a:buFont typeface="Times New Roman"/>
              <a:buChar char="●"/>
            </a:pPr>
            <a:r>
              <a:rPr lang="en-US" altLang="zh-CN" sz="1900" b="1" dirty="0">
                <a:latin typeface="Times New Roman"/>
                <a:ea typeface="Times New Roman"/>
                <a:cs typeface="Times New Roman"/>
                <a:sym typeface="Times New Roman"/>
              </a:rPr>
              <a:t>Task 1</a:t>
            </a:r>
            <a:r>
              <a:rPr lang="en-US" altLang="zh-CN" sz="1900" dirty="0">
                <a:latin typeface="Times New Roman"/>
                <a:ea typeface="Times New Roman"/>
                <a:cs typeface="Times New Roman"/>
                <a:sym typeface="Times New Roman"/>
              </a:rPr>
              <a:t>: Create a 2-stm32 MVP that records in a sampling STM, sends to a processing STM, and finally to a python script as a .wav file</a:t>
            </a:r>
          </a:p>
          <a:p>
            <a:pPr marL="457200" lvl="0">
              <a:spcBef>
                <a:spcPts val="1200"/>
              </a:spcBef>
            </a:pPr>
            <a:endParaRPr lang="en-US" altLang="zh-CN" sz="19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00037">
              <a:spcBef>
                <a:spcPts val="1200"/>
              </a:spcBef>
              <a:buSzPct val="100000"/>
              <a:buFont typeface="Times New Roman"/>
              <a:buChar char="●"/>
            </a:pPr>
            <a:r>
              <a:rPr lang="en-US" altLang="zh-CN" sz="1900" b="1" dirty="0">
                <a:latin typeface="Times New Roman"/>
                <a:ea typeface="Times New Roman"/>
                <a:cs typeface="Times New Roman"/>
                <a:sym typeface="Times New Roman"/>
              </a:rPr>
              <a:t>Task 2</a:t>
            </a:r>
            <a:r>
              <a:rPr lang="en-US" altLang="zh-CN" sz="1900" dirty="0">
                <a:latin typeface="Times New Roman"/>
                <a:ea typeface="Times New Roman"/>
                <a:cs typeface="Times New Roman"/>
                <a:sym typeface="Times New Roman"/>
              </a:rPr>
              <a:t>: Create an interface in Python (CLI), add features based on proximity (USS), bonus features for analysis</a:t>
            </a:r>
          </a:p>
          <a:p>
            <a:pPr marL="457200" lvl="0">
              <a:spcBef>
                <a:spcPts val="1200"/>
              </a:spcBef>
            </a:pPr>
            <a:endParaRPr lang="en-US" altLang="zh-CN" sz="19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00037">
              <a:spcBef>
                <a:spcPts val="1200"/>
              </a:spcBef>
              <a:buSzPct val="100000"/>
              <a:buFont typeface="Times New Roman"/>
              <a:buChar char="●"/>
            </a:pPr>
            <a:r>
              <a:rPr lang="en-US" altLang="zh-CN" sz="1900" b="1" dirty="0">
                <a:latin typeface="Times New Roman"/>
                <a:ea typeface="Times New Roman"/>
                <a:cs typeface="Times New Roman"/>
                <a:sym typeface="Times New Roman"/>
              </a:rPr>
              <a:t>Task 3</a:t>
            </a:r>
            <a:r>
              <a:rPr lang="en-US" altLang="zh-CN" sz="1900" dirty="0">
                <a:latin typeface="Times New Roman"/>
                <a:ea typeface="Times New Roman"/>
                <a:cs typeface="Times New Roman"/>
                <a:sym typeface="Times New Roman"/>
              </a:rPr>
              <a:t>: Improve the audio quality to 10 bits, at a sampling of 44.1ksps, down-sampling and outlier rejection</a:t>
            </a:r>
          </a:p>
          <a:p>
            <a:pPr marL="457200" lvl="0">
              <a:spcBef>
                <a:spcPts val="1200"/>
              </a:spcBef>
            </a:pPr>
            <a:endParaRPr lang="en-US" altLang="zh-CN" sz="19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00037">
              <a:spcBef>
                <a:spcPts val="1200"/>
              </a:spcBef>
              <a:buSzPct val="100000"/>
              <a:buFont typeface="Times New Roman"/>
              <a:buChar char="●"/>
            </a:pPr>
            <a:r>
              <a:rPr lang="en-US" altLang="zh-CN" sz="1900" b="1" dirty="0">
                <a:latin typeface="Times New Roman"/>
                <a:ea typeface="Times New Roman"/>
                <a:cs typeface="Times New Roman"/>
                <a:sym typeface="Times New Roman"/>
              </a:rPr>
              <a:t>Task 4: </a:t>
            </a:r>
            <a:r>
              <a:rPr lang="en-US" altLang="zh-CN" sz="1900" dirty="0">
                <a:latin typeface="Times New Roman"/>
                <a:ea typeface="Times New Roman"/>
                <a:cs typeface="Times New Roman"/>
                <a:sym typeface="Times New Roman"/>
              </a:rPr>
              <a:t>Improve the audio quality to 12 bits at a sampling of 44.1ksps+</a:t>
            </a:r>
          </a:p>
          <a:p>
            <a:pPr rtl="0"/>
            <a:endParaRPr lang="zh-CN" dirty="0"/>
          </a:p>
          <a:p>
            <a:pPr rtl="0"/>
            <a:endParaRPr lang="zh-CN" dirty="0"/>
          </a:p>
        </p:txBody>
      </p:sp>
      <p:grpSp>
        <p:nvGrpSpPr>
          <p:cNvPr id="19" name="组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任意多边形(F)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21" name="任意多边形(F)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22" name="任意多边形(F)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6" name="文本框 5">
            <a:extLst>
              <a:ext uri="{FF2B5EF4-FFF2-40B4-BE49-F238E27FC236}">
                <a16:creationId xmlns:a16="http://schemas.microsoft.com/office/drawing/2014/main" id="{F0E624ED-071E-BA92-5797-6BADACA35E5A}"/>
              </a:ext>
            </a:extLst>
          </p:cNvPr>
          <p:cNvSpPr txBox="1"/>
          <p:nvPr/>
        </p:nvSpPr>
        <p:spPr>
          <a:xfrm>
            <a:off x="2587499" y="2374519"/>
            <a:ext cx="10701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 dirty="0">
                <a:solidFill>
                  <a:schemeClr val="bg1"/>
                </a:solidFill>
              </a:rPr>
              <a:t>Tasks: </a:t>
            </a:r>
            <a:endParaRPr lang="zh-CN" altLang="en-US" sz="2400" b="1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76D3C9F-776F-352D-F897-29918158708E}"/>
              </a:ext>
            </a:extLst>
          </p:cNvPr>
          <p:cNvSpPr txBox="1"/>
          <p:nvPr/>
        </p:nvSpPr>
        <p:spPr>
          <a:xfrm>
            <a:off x="106878" y="1016449"/>
            <a:ext cx="10266208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develops a two-STM32 audio recording system that captures sound through an ADC, </a:t>
            </a:r>
          </a:p>
          <a:p>
            <a:r>
              <a:rPr lang="en-US" altLang="zh-CN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processes the sampled data, and then sends it to a computer for storage and playback.</a:t>
            </a:r>
            <a:endParaRPr lang="en-US" altLang="zh-CN" sz="2000" dirty="0">
              <a:solidFill>
                <a:schemeClr val="bg1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0312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633A5-8BE3-D44D-57F3-2EF161376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5AB6D40A-2A0A-AF3D-8CF7-3ECD377656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 1 (MVP)</a:t>
            </a:r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20390597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5346ED-721D-85EE-2F1B-A31D0912DE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278129"/>
            <a:ext cx="9778365" cy="1494596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 1 (MVP)</a:t>
            </a:r>
            <a:endParaRPr lang="zh-CN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B097449-5B72-ADA0-3B2D-1CBC160D6B9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8758" y="2481943"/>
            <a:ext cx="11679382" cy="3792052"/>
          </a:xfrm>
        </p:spPr>
        <p:txBody>
          <a:bodyPr rtlCol="0">
            <a:noAutofit/>
          </a:bodyPr>
          <a:lstStyle>
            <a:defPPr>
              <a:defRPr lang="zh-CN"/>
            </a:defPPr>
          </a:lstStyle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Sampling STM: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Captures biased audio input using the ADC and transmits the sampled data to the Processing STM through SPI. (aiming for task 4 done)</a:t>
            </a:r>
          </a:p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Processing STM: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Receives the samples, applies a length-2 moving average filter, and forwards the processed data to the PC through USART2.</a:t>
            </a:r>
          </a:p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Script: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Reads the incoming serial data, converts it into audio samples, and saves the result as a .wav file.</a:t>
            </a:r>
            <a:endParaRPr 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84842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577A62-366D-3F02-5C29-FC304E52A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0"/>
            <a:ext cx="5171110" cy="721759"/>
          </a:xfrm>
        </p:spPr>
        <p:txBody>
          <a:bodyPr>
            <a:normAutofit/>
          </a:bodyPr>
          <a:lstStyle/>
          <a:p>
            <a:r>
              <a:rPr lang="en-US" altLang="zh-CN" dirty="0"/>
              <a:t>Stm32 diagram</a:t>
            </a:r>
            <a:endParaRPr lang="zh-CN" altLang="en-US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AA802BFA-E564-C6CE-C7C0-63C3A9D608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1055" y="721759"/>
            <a:ext cx="5228162" cy="613179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1572BE20-CF18-80E1-ED51-B8240462F0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281055" cy="6853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8789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0259A-7C84-FB9E-BAC6-82CB5C748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15437E6F-1E08-789A-B9BF-248A0DF73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 2 </a:t>
            </a:r>
            <a:endParaRPr lang="zh-CN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7FED5FC-C10E-D486-C06A-8C9B532FB0C0}"/>
              </a:ext>
            </a:extLst>
          </p:cNvPr>
          <p:cNvSpPr txBox="1"/>
          <p:nvPr/>
        </p:nvSpPr>
        <p:spPr>
          <a:xfrm>
            <a:off x="6309903" y="4132613"/>
            <a:ext cx="506071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chemeClr val="bg1"/>
                </a:solidFill>
              </a:rPr>
              <a:t>Python interface CLI</a:t>
            </a:r>
          </a:p>
          <a:p>
            <a:r>
              <a:rPr lang="en-US" altLang="zh-CN" sz="3200" dirty="0">
                <a:solidFill>
                  <a:schemeClr val="bg1"/>
                </a:solidFill>
              </a:rPr>
              <a:t>(User interface and modes)</a:t>
            </a:r>
            <a:endParaRPr lang="zh-CN" altLang="en-US" sz="3200" dirty="0"/>
          </a:p>
        </p:txBody>
      </p:sp>
    </p:spTree>
    <p:extLst>
      <p:ext uri="{BB962C8B-B14F-4D97-AF65-F5344CB8AC3E}">
        <p14:creationId xmlns:p14="http://schemas.microsoft.com/office/powerpoint/2010/main" val="27567940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7C3EAE-1F29-5965-23D3-668D30B8D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1995CF4-299C-3176-15E3-DB69E649C0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278129"/>
            <a:ext cx="9778365" cy="1494596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 2 (user interface and modes)</a:t>
            </a:r>
            <a:endParaRPr lang="zh-CN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DBCF046-EC7F-1525-B528-3B321E07F06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8758" y="2481943"/>
            <a:ext cx="11679382" cy="3792052"/>
          </a:xfrm>
        </p:spPr>
        <p:txBody>
          <a:bodyPr rtlCol="0">
            <a:noAutofit/>
          </a:bodyPr>
          <a:lstStyle>
            <a:defPPr>
              <a:defRPr lang="zh-CN"/>
            </a:defPPr>
          </a:lstStyle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 Interface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Extends the Python script into a user-controlled interface.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Supports audio export types as .wav, .png, and .csv waveform files.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Adds two operating modes: “Manual Recording Mode” and “Distance Trigger Mode”.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Manual Mode records for a user-specified duration.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Distance Trigger Mode uses an ultrasonic sensor to automatically record when an object is within the selected range, and when the object leaves the range, the recording stops after a short delay, while the system remains ready to trigger again.</a:t>
            </a:r>
            <a:endParaRPr 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58358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10312-246B-80DE-1F41-A75E9525B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186632-D951-131C-4986-782079B7F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778365" cy="680195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 2 block diagram (CLI)</a:t>
            </a:r>
            <a:endParaRPr lang="zh-CN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31760560-CD01-7B8A-F0D0-01B4314C2E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04" y="678007"/>
            <a:ext cx="7860951" cy="6179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55614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6C000-16B1-494D-ECA7-D34562220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20B4F38C-8FA4-12F3-B566-789E5305DC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 3</a:t>
            </a:r>
            <a:endParaRPr lang="zh-CN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2172546E-DF5A-9757-0A5B-CADB81AA5B23}"/>
              </a:ext>
            </a:extLst>
          </p:cNvPr>
          <p:cNvSpPr txBox="1"/>
          <p:nvPr/>
        </p:nvSpPr>
        <p:spPr>
          <a:xfrm>
            <a:off x="6454239" y="4471060"/>
            <a:ext cx="37076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solidFill>
                  <a:schemeClr val="bg1"/>
                </a:solidFill>
              </a:rPr>
              <a:t>Audio improvements</a:t>
            </a:r>
            <a:endParaRPr lang="zh-CN" altLang="en-US" sz="3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79351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7C94C-FA9E-38E6-3331-287C1B88E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C8627F-5954-03B0-7423-D3C98525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278129"/>
            <a:ext cx="9778365" cy="1494596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</a:t>
            </a:r>
            <a:endParaRPr lang="zh-CN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1055182-6F7C-EECE-B3C6-6B9D382FDEC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8758" y="2481943"/>
            <a:ext cx="11679382" cy="3792052"/>
          </a:xfrm>
        </p:spPr>
        <p:txBody>
          <a:bodyPr rtlCol="0">
            <a:noAutofit/>
          </a:bodyPr>
          <a:lstStyle>
            <a:defPPr>
              <a:defRPr lang="zh-CN"/>
            </a:def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Adding content</a:t>
            </a:r>
            <a:endParaRPr 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30203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C013C-4755-428A-2A60-9E998F309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C9AA9541-1475-EE26-F47A-B549B01A67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 4</a:t>
            </a:r>
            <a:endParaRPr lang="zh-CN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295045F4-6F3D-5C57-3AC4-68D251E02F36}"/>
              </a:ext>
            </a:extLst>
          </p:cNvPr>
          <p:cNvSpPr txBox="1"/>
          <p:nvPr/>
        </p:nvSpPr>
        <p:spPr>
          <a:xfrm>
            <a:off x="6309904" y="4043548"/>
            <a:ext cx="50748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solidFill>
                  <a:schemeClr val="bg1"/>
                </a:solidFill>
              </a:rPr>
              <a:t>Further audio improvements</a:t>
            </a:r>
            <a:endParaRPr lang="zh-CN" altLang="en-US" sz="3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06198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AEA52-96FA-323F-1F00-72991D11D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F74755-4E36-0A63-C4EE-9F0473A01B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278129"/>
            <a:ext cx="9778365" cy="1494596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</a:t>
            </a:r>
            <a:endParaRPr lang="zh-CN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0AE54F5-300F-FC39-8417-4E36553344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8758" y="2481943"/>
            <a:ext cx="11679382" cy="3792052"/>
          </a:xfrm>
        </p:spPr>
        <p:txBody>
          <a:bodyPr rtlCol="0">
            <a:noAutofit/>
          </a:bodyPr>
          <a:lstStyle>
            <a:defPPr>
              <a:defRPr lang="zh-CN"/>
            </a:def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Adding content</a:t>
            </a:r>
            <a:endParaRPr 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74948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10C1B7-6E4E-3DEE-50C0-1CA3B14303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4360" y="411479"/>
            <a:ext cx="5486400" cy="3291840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Thx</a:t>
            </a:r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4261132419"/>
      </p:ext>
    </p:extLst>
  </p:cSld>
  <p:clrMapOvr>
    <a:masterClrMapping/>
  </p:clrMapOvr>
</p:sld>
</file>

<file path=ppt/theme/theme1.xml><?xml version="1.0" encoding="utf-8"?>
<a:theme xmlns:a="http://schemas.openxmlformats.org/drawingml/2006/main" name="自定义">
  <a:themeElements>
    <a:clrScheme name="Swiss">
      <a:dk1>
        <a:srgbClr val="000000"/>
      </a:dk1>
      <a:lt1>
        <a:srgbClr val="FFFFFF"/>
      </a:lt1>
      <a:dk2>
        <a:srgbClr val="E4E4E4"/>
      </a:dk2>
      <a:lt2>
        <a:srgbClr val="7CA655"/>
      </a:lt2>
      <a:accent1>
        <a:srgbClr val="A9D4DB"/>
      </a:accent1>
      <a:accent2>
        <a:srgbClr val="FBE284"/>
      </a:accent2>
      <a:accent3>
        <a:srgbClr val="4495A2"/>
      </a:accent3>
      <a:accent4>
        <a:srgbClr val="AA5881"/>
      </a:accent4>
      <a:accent5>
        <a:srgbClr val="E06742"/>
      </a:accent5>
      <a:accent6>
        <a:srgbClr val="F9D448"/>
      </a:accent6>
      <a:hlink>
        <a:srgbClr val="4495A2"/>
      </a:hlink>
      <a:folHlink>
        <a:srgbClr val="AA5881"/>
      </a:folHlink>
    </a:clrScheme>
    <a:fontScheme name="Custom 175">
      <a:majorFont>
        <a:latin typeface="Franklin Gothic Demi"/>
        <a:ea typeface=""/>
        <a:cs typeface=""/>
      </a:majorFont>
      <a:minorFont>
        <a:latin typeface="Franklin Gothic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332790_TF78853419_Win32.potx" id="{5D2DC102-ACE5-4B12-93A7-1D448F11D1C9}" vid="{6D1E3C48-13E8-4D63-89AC-106DBDAEE8DF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21FFAC0-05A2-416A-B06C-C248395482C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F4B194E-8B30-4377-8C59-ECFB902D2A26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92DB9E12-8AC3-4138-BF4D-720A5525AB1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{C18B53B9-8EA5-4724-B24F-C152011C9BC9}TFd3b75063-ff25-434d-b12c-efeaf07d16c3c6814a36_win32-2a74b4bd1761</Template>
  <TotalTime>537</TotalTime>
  <Words>386</Words>
  <Application>Microsoft Office PowerPoint</Application>
  <PresentationFormat>宽屏</PresentationFormat>
  <Paragraphs>56</Paragraphs>
  <Slides>14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18" baseType="lpstr">
      <vt:lpstr>Microsoft YaHei UI</vt:lpstr>
      <vt:lpstr>Arial</vt:lpstr>
      <vt:lpstr>Times New Roman</vt:lpstr>
      <vt:lpstr>自定义</vt:lpstr>
      <vt:lpstr>ECE2071 Project</vt:lpstr>
      <vt:lpstr>Introduction</vt:lpstr>
      <vt:lpstr> Introduction and project task overview</vt:lpstr>
      <vt:lpstr>Task 1 (MVP)</vt:lpstr>
      <vt:lpstr>Task 1 (MVP)</vt:lpstr>
      <vt:lpstr>Stm32 diagram</vt:lpstr>
      <vt:lpstr>Task 2 </vt:lpstr>
      <vt:lpstr>Task 2 (user interface and modes)</vt:lpstr>
      <vt:lpstr>Task 2 block diagram (CLI)</vt:lpstr>
      <vt:lpstr>Task 3</vt:lpstr>
      <vt:lpstr>Task</vt:lpstr>
      <vt:lpstr>Task 4</vt:lpstr>
      <vt:lpstr>Task</vt:lpstr>
      <vt:lpstr>Thx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Ziyang Huang</dc:creator>
  <cp:lastModifiedBy>Ziyang Huang</cp:lastModifiedBy>
  <cp:revision>16</cp:revision>
  <dcterms:created xsi:type="dcterms:W3CDTF">2026-05-08T22:49:29Z</dcterms:created>
  <dcterms:modified xsi:type="dcterms:W3CDTF">2026-05-09T08:43:37Z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