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9"/>
  </p:notesMasterIdLst>
  <p:handoutMasterIdLst>
    <p:handoutMasterId r:id="rId20"/>
  </p:handoutMasterIdLst>
  <p:sldIdLst>
    <p:sldId id="383" r:id="rId5"/>
    <p:sldId id="412" r:id="rId6"/>
    <p:sldId id="391" r:id="rId7"/>
    <p:sldId id="397" r:id="rId8"/>
    <p:sldId id="408" r:id="rId9"/>
    <p:sldId id="417" r:id="rId10"/>
    <p:sldId id="409" r:id="rId11"/>
    <p:sldId id="413" r:id="rId12"/>
    <p:sldId id="414" r:id="rId13"/>
    <p:sldId id="410" r:id="rId14"/>
    <p:sldId id="415" r:id="rId15"/>
    <p:sldId id="411" r:id="rId16"/>
    <p:sldId id="416" r:id="rId17"/>
    <p:sldId id="398" r:id="rId18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2F9-685C-01CD-A8D8-A3E681BA2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5ED719-5B51-1D3B-0940-E0B5987D4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74822E2-3C1C-9D5B-3D6D-D8ABBD72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1FD03FE6-0F4F-5777-3735-C2AAE0761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9758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29E8F-0629-8A27-BCD7-5DBF64BC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207D06-4132-84B9-9631-0F2F3FFFD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3D664-DCD8-BA76-1356-F793AA702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89D3F1-7E90-1673-2965-02F4BC59D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314427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10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281C-CEBA-BD9E-5E95-680754F9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997BCD-EDC2-4D69-1DF2-2CFD508DD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28A51-F84E-AB48-6966-45691DBD5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FE60AD4-5AF2-C1EE-B495-20F182250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6050455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09BAB-6013-CED1-D3DD-51E617D8D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B50E73-4763-9BAC-C7F3-DDF8435AE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4C990-B1FE-8672-BD93-C8214681B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00D8A791-56EF-67CB-0039-6E40CADB9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26246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577A62-366D-3F02-5C29-FC304E52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920337"/>
            <a:ext cx="5171110" cy="721759"/>
          </a:xfrm>
        </p:spPr>
        <p:txBody>
          <a:bodyPr>
            <a:normAutofit/>
          </a:bodyPr>
          <a:lstStyle/>
          <a:p>
            <a:r>
              <a:rPr lang="en-US" altLang="zh-CN" dirty="0"/>
              <a:t>Stm32 diagram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A802BFA-E564-C6CE-C7C0-63C3A9D60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9" y="0"/>
            <a:ext cx="5847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78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3EAE-1F29-5965-23D3-668D30B8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95CF4-299C-3176-15E3-DB69E649C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(user interface and modes)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BCF046-EC7F-1525-B528-3B321E07F06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 Interface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Extends the Python script into a user-controlled interface.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Supports audio export types as .wav, .png, and .csv waveform files.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Adds two operating modes: “Manual Recording Mode” and “Distance Trigger Mode”.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Manual Mode records for a user-specified duration.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Distance Trigger Mode uses an ultrasonic sensor to automatically record when an object is within the selected range, and when the object leaves the range, the recording stops after a short delay, while the system remains ready to trigger again.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835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0312-246B-80DE-1F41-A75E9525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86632-D951-131C-4986-782079B7F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CA956C-B419-817F-F979-999267F2D08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56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707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7C94C-FA9E-38E6-3331-287C1B88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C8627F-5954-03B0-7423-D3C98525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055182-6F7C-EECE-B3C6-6B9D382FDE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02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4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95045F4-6F3D-5C57-3AC4-68D251E02F36}"/>
              </a:ext>
            </a:extLst>
          </p:cNvPr>
          <p:cNvSpPr txBox="1"/>
          <p:nvPr/>
        </p:nvSpPr>
        <p:spPr>
          <a:xfrm>
            <a:off x="6309904" y="4043548"/>
            <a:ext cx="50748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Further 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AEA52-96FA-323F-1F00-72991D11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74755-4E36-0A63-C4EE-9F0473A01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AE54F5-300F-FC39-8417-4E36553344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94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Thx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139</TotalTime>
  <Words>382</Words>
  <Application>Microsoft Office PowerPoint</Application>
  <PresentationFormat>宽屏</PresentationFormat>
  <Paragraphs>57</Paragraphs>
  <Slides>14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Stm32 diagram</vt:lpstr>
      <vt:lpstr>Task 2 </vt:lpstr>
      <vt:lpstr>Task 2 (user interface and modes)</vt:lpstr>
      <vt:lpstr>Task</vt:lpstr>
      <vt:lpstr>Task 3</vt:lpstr>
      <vt:lpstr>Task</vt:lpstr>
      <vt:lpstr>Task 4</vt:lpstr>
      <vt:lpstr>Task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14</cp:revision>
  <dcterms:created xsi:type="dcterms:W3CDTF">2026-05-08T22:49:29Z</dcterms:created>
  <dcterms:modified xsi:type="dcterms:W3CDTF">2026-05-09T01:10:58Z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